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66F6D-3873-F9D7-7EB7-2B902A4230F7}" v="233" dt="2026-08-26T12:42:36.081"/>
    <p1510:client id="{ECED3653-F0C0-7162-495E-F6AD4B359977}" v="2" dt="2026-08-26T12:44:18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askerville Old Face"/>
              </a:rPr>
              <a:t>AI Productivity Assistant</a:t>
            </a:r>
            <a:endParaRPr lang="en-US">
              <a:latin typeface="Baskerville Old Fac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b="1">
                <a:latin typeface="Algerian"/>
              </a:rPr>
              <a:t>Automating Workplace Tasks with AI</a:t>
            </a:r>
            <a:r>
              <a:rPr lang="en-US" b="1">
                <a:latin typeface="Algerian"/>
              </a:rPr>
              <a:t>.</a:t>
            </a:r>
            <a:endParaRPr lang="en-US" b="1">
              <a:latin typeface="Algerian"/>
              <a:ea typeface="Calibri"/>
              <a:cs typeface="Calibri"/>
            </a:endParaRPr>
          </a:p>
          <a:p>
            <a:r>
              <a:rPr b="1">
                <a:latin typeface="Algerian"/>
              </a:rPr>
              <a:t>Prepared by: Noxolo Mbazini</a:t>
            </a:r>
            <a:endParaRPr b="1">
              <a:latin typeface="Algerian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Baskerville Old Face"/>
              </a:rPr>
              <a:t>Purpose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Develop an AI-powered assistant to improve workplace productivity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Automate routine tasks and support better decision-making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Demonstrate AI and prompt engineering skill</a:t>
            </a:r>
            <a:endParaRPr lang="en-US" sz="2000">
              <a:latin typeface="Baskerville Old Face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>
                <a:latin typeface="Baskerville Old Face"/>
              </a:rPr>
              <a:t>AI Tools: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>
                <a:latin typeface="Baskerville Old Face"/>
              </a:rPr>
              <a:t>ChatGPT, </a:t>
            </a:r>
            <a:endParaRPr lang="en-US">
              <a:latin typeface="Baskerville Old Face"/>
            </a:endParaRPr>
          </a:p>
          <a:p>
            <a:r>
              <a:rPr>
                <a:latin typeface="Baskerville Old Face"/>
              </a:rPr>
              <a:t>Copilot, </a:t>
            </a:r>
            <a:endParaRPr lang="en-US">
              <a:latin typeface="Baskerville Old Face"/>
            </a:endParaRPr>
          </a:p>
          <a:p>
            <a:r>
              <a:rPr>
                <a:latin typeface="Baskerville Old Face"/>
              </a:rPr>
              <a:t>Gemini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8772"/>
            <a:ext cx="8374742" cy="4888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latin typeface="Baskerville Old Face"/>
              </a:rPr>
              <a:t>Challenges in the Workplace</a:t>
            </a:r>
          </a:p>
          <a:p>
            <a:r>
              <a:rPr lang="en-US" sz="2000">
                <a:latin typeface="Baskerville Old Face"/>
                <a:cs typeface="Segoe UI"/>
              </a:rPr>
              <a:t>Time-consuming email writing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Lengthy meeting notes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Inefficient task management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Information overload during research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endParaRPr lang="en-US" sz="2000" dirty="0">
              <a:latin typeface="Baskerville Old Face"/>
              <a:cs typeface="Segoe UI"/>
            </a:endParaRPr>
          </a:p>
          <a:p>
            <a:pPr marL="0" indent="0">
              <a:buNone/>
            </a:pPr>
            <a:r>
              <a:rPr lang="en-US">
                <a:latin typeface="Baskerville Old Face"/>
                <a:cs typeface="Segoe UI"/>
              </a:rPr>
              <a:t>Impact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Reduced productivity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Missed deadlines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Communication delay</a:t>
            </a:r>
            <a:r>
              <a:rPr lang="en-US" sz="1800">
                <a:latin typeface="Baskerville Old Face"/>
                <a:ea typeface="Calibri"/>
                <a:cs typeface="Segoe UI"/>
              </a:rPr>
              <a:t>s</a:t>
            </a:r>
            <a:endParaRPr lang="en-US" sz="1800">
              <a:latin typeface="Baskerville Old Face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81" y="1600200"/>
            <a:ext cx="8435219" cy="4888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i="1">
                <a:latin typeface="Baskerville Old Face"/>
              </a:rPr>
              <a:t>AI Productivity Assistant</a:t>
            </a:r>
            <a:endParaRPr lang="en-US" i="1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A smart assistant that helps users: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Generate professional emails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Summarize meeting notes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Plan and prioritize tasks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cs typeface="Segoe UI"/>
              </a:rPr>
              <a:t>Assist with research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endParaRPr lang="en-US" sz="2000" dirty="0">
              <a:latin typeface="Baskerville Old Face"/>
              <a:cs typeface="Segoe UI"/>
            </a:endParaRPr>
          </a:p>
          <a:p>
            <a:pPr marL="0" indent="0">
              <a:buNone/>
            </a:pPr>
            <a:r>
              <a:rPr lang="en-US" i="1">
                <a:latin typeface="Baskerville Old Face"/>
                <a:cs typeface="Segoe UI"/>
              </a:rPr>
              <a:t>Benefits</a:t>
            </a:r>
            <a:endParaRPr lang="en-US" i="1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Saves time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Improves efficiency</a:t>
            </a:r>
            <a:endParaRPr lang="en-US" sz="2000">
              <a:latin typeface="Baskerville Old Face"/>
            </a:endParaRPr>
          </a:p>
          <a:p>
            <a:r>
              <a:rPr lang="en-US" sz="2000" dirty="0">
                <a:latin typeface="Baskerville Old Face"/>
                <a:ea typeface="Calibri"/>
                <a:cs typeface="Segoe UI"/>
              </a:rPr>
              <a:t>Enhances </a:t>
            </a:r>
            <a:r>
              <a:rPr lang="en-US" sz="2000" dirty="0" err="1">
                <a:latin typeface="Baskerville Old Face"/>
                <a:ea typeface="Calibri"/>
                <a:cs typeface="Segoe UI"/>
              </a:rPr>
              <a:t>communicati</a:t>
            </a:r>
            <a:r>
              <a:rPr lang="en-US" sz="2000" dirty="0">
                <a:latin typeface="Baskerville Old Face"/>
                <a:ea typeface="Calibri"/>
                <a:cs typeface="Segoe UI"/>
              </a:rPr>
              <a:t>on</a:t>
            </a:r>
            <a:endParaRPr lang="en-US" sz="2000">
              <a:latin typeface="Segoe UI"/>
              <a:ea typeface="Calibri"/>
              <a:cs typeface="Segoe U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1: Smart Email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6771"/>
            <a:ext cx="8229600" cy="4199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 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8745A-7CF9-170E-2B52-286C41E4D9FA}"/>
              </a:ext>
            </a:extLst>
          </p:cNvPr>
          <p:cNvSpPr txBox="1"/>
          <p:nvPr/>
        </p:nvSpPr>
        <p:spPr>
          <a:xfrm>
            <a:off x="544287" y="1929191"/>
            <a:ext cx="6567713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Baskerville Old Face"/>
                <a:ea typeface="Segoe UI"/>
                <a:cs typeface="Segoe UI"/>
              </a:rPr>
              <a:t>Capabilities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Generate professional emails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Support formal, informal, and persuasive tones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Adapt content for managers, clients, and teams</a:t>
            </a:r>
          </a:p>
          <a:p>
            <a:pPr>
              <a:buFont typeface=""/>
              <a:buChar char="•"/>
            </a:pPr>
            <a:endParaRPr lang="en-US" dirty="0">
              <a:latin typeface="Baskerville Old Face"/>
              <a:ea typeface="Segoe UI"/>
              <a:cs typeface="Segoe UI"/>
            </a:endParaRPr>
          </a:p>
          <a:p>
            <a:r>
              <a:rPr lang="en-US" sz="3200">
                <a:latin typeface="Baskerville Old Face"/>
                <a:ea typeface="Segoe UI"/>
                <a:cs typeface="Segoe UI"/>
              </a:rPr>
              <a:t>Business Value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Faster communication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Consistent professional writing</a:t>
            </a:r>
          </a:p>
          <a:p>
            <a:pPr>
              <a:buFont typeface=""/>
              <a:buChar char="•"/>
            </a:pPr>
            <a:r>
              <a:rPr lang="en-US" sz="2000">
                <a:latin typeface="Baskerville Old Face"/>
                <a:ea typeface="Segoe UI"/>
                <a:cs typeface="Segoe UI"/>
              </a:rPr>
              <a:t>Improved stakeholder engagement</a:t>
            </a:r>
          </a:p>
          <a:p>
            <a:endParaRPr lang="en-US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2: Meeting Notes Summarizer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Baskerville Old Face"/>
              </a:rPr>
              <a:t>Capabilities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Convert lengthy notes into concise summaries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Extract key decisions and action items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Highlight deadlines and responsibilities</a:t>
            </a:r>
          </a:p>
          <a:p>
            <a:endParaRPr lang="en-US" sz="1100" dirty="0">
              <a:latin typeface="Segoe UI"/>
              <a:ea typeface="Calibri"/>
              <a:cs typeface="Segoe UI"/>
            </a:endParaRPr>
          </a:p>
          <a:p>
            <a:endParaRPr lang="en-US" sz="1100" dirty="0">
              <a:latin typeface="Segoe UI"/>
              <a:ea typeface="Calibri"/>
              <a:cs typeface="Segoe UI"/>
            </a:endParaRPr>
          </a:p>
          <a:p>
            <a:pPr marL="0" indent="0">
              <a:buNone/>
            </a:pPr>
            <a:r>
              <a:rPr lang="en-US">
                <a:latin typeface="Baskerville Old Face"/>
              </a:rPr>
              <a:t>Business Value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Improved meeting follow-up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Increased accountability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Better information retention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3: AI Task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Baskerville Old Face"/>
              </a:rPr>
              <a:t>Capabilities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Create daily and weekly schedules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Prioritize tasks by urgency and importance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Recommend time management strategies</a:t>
            </a:r>
          </a:p>
          <a:p>
            <a:endParaRPr lang="en-US" sz="1100" dirty="0">
              <a:latin typeface="Segoe UI"/>
              <a:ea typeface="Calibri"/>
              <a:cs typeface="Segoe UI"/>
            </a:endParaRPr>
          </a:p>
          <a:p>
            <a:endParaRPr lang="en-US" sz="1100" dirty="0">
              <a:latin typeface="Segoe UI"/>
              <a:ea typeface="Calibri"/>
              <a:cs typeface="Segoe UI"/>
            </a:endParaRPr>
          </a:p>
          <a:p>
            <a:pPr marL="0" indent="0">
              <a:buNone/>
            </a:pPr>
            <a:r>
              <a:rPr lang="en-US">
                <a:latin typeface="Baskerville Old Face"/>
              </a:rPr>
              <a:t>Business Value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Better organization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Improved productivity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Enhanced work prioritization</a:t>
            </a:r>
            <a:endParaRPr lang="en-US" sz="2000">
              <a:latin typeface="Baskerville Old Face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Baskerville Old Face"/>
              </a:rPr>
              <a:t>Sample Prompt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"Create a weekly productivity schedule and prioritize tasks based on urgency and importance.</a:t>
            </a:r>
            <a:r>
              <a:rPr lang="en-US" sz="1100">
                <a:latin typeface="Baskerville Old Face"/>
                <a:ea typeface="Calibri"/>
                <a:cs typeface="Segoe UI"/>
              </a:rPr>
              <a:t>"</a:t>
            </a:r>
            <a:endParaRPr lang="en-US">
              <a:latin typeface="Baskerville Old Face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>
                <a:latin typeface="Baskerville Old Face"/>
              </a:rPr>
              <a:t>Importance</a:t>
            </a: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Improves AI output quality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Produces accurate and relevant results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Enhances user experience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Baskerville Old Face"/>
              </a:rPr>
              <a:t>Principles Applied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Fairness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Transparency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Privacy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Accountability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Ethical AI Usage</a:t>
            </a:r>
            <a:endParaRPr lang="en-US" sz="2000">
              <a:latin typeface="Baskerville Old Face"/>
            </a:endParaRPr>
          </a:p>
          <a:p>
            <a:endParaRPr lang="en-US" sz="2000" dirty="0">
              <a:latin typeface="Baskerville Old Face"/>
              <a:ea typeface="Calibri"/>
              <a:cs typeface="Segoe UI"/>
            </a:endParaRPr>
          </a:p>
          <a:p>
            <a:pPr marL="0" indent="0">
              <a:buNone/>
            </a:pPr>
            <a:r>
              <a:rPr lang="en-US">
                <a:latin typeface="Baskerville Old Face"/>
              </a:rPr>
              <a:t>Practice</a:t>
            </a: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Human review of AI-generated content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Protection of personal data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Responsible use of AI recommendations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>
                <a:latin typeface="Baskerville Old Face"/>
              </a:rPr>
              <a:t>Conclusion</a:t>
            </a:r>
            <a:endParaRPr lang="en-US" i="1">
              <a:latin typeface="Baskerville Old Face"/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>
                <a:latin typeface="Baskerville Old Face"/>
              </a:rPr>
              <a:t>Project Outcomes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Demonstrates practical use of AI in the workplace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Improves efficiency and productivity</a:t>
            </a:r>
            <a:endParaRPr lang="en-US" sz="2000">
              <a:latin typeface="Baskerville Old Face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Supports better communication and task management.</a:t>
            </a:r>
            <a:endParaRPr lang="en-US" sz="2000">
              <a:latin typeface="Baskerville Old Face"/>
            </a:endParaRPr>
          </a:p>
          <a:p>
            <a:endParaRPr lang="en-US" sz="2000" dirty="0">
              <a:latin typeface="Baskerville Old Face"/>
              <a:ea typeface="Calibri"/>
              <a:cs typeface="Segoe UI"/>
            </a:endParaRPr>
          </a:p>
          <a:p>
            <a:pPr marL="0" indent="0">
              <a:buNone/>
            </a:pPr>
            <a:r>
              <a:rPr lang="en-US">
                <a:latin typeface="Baskerville Old Face"/>
              </a:rPr>
              <a:t>K</a:t>
            </a:r>
            <a:r>
              <a:rPr lang="en-US" sz="3000">
                <a:latin typeface="Baskerville Old Face"/>
              </a:rPr>
              <a:t>ey Takeaway</a:t>
            </a:r>
            <a:endParaRPr lang="en-US" sz="3000">
              <a:latin typeface="Baskerville Old Face"/>
              <a:ea typeface="Calibri"/>
              <a:cs typeface="Calibri"/>
            </a:endParaRPr>
          </a:p>
          <a:p>
            <a:r>
              <a:rPr lang="en-US" sz="2000">
                <a:latin typeface="Baskerville Old Face"/>
                <a:ea typeface="Calibri"/>
                <a:cs typeface="Segoe UI"/>
              </a:rPr>
              <a:t>AI can automate repetitive workplace activities, allowing employees to focus on higher-value work and strategic decision-making.</a:t>
            </a:r>
            <a:endParaRPr lang="en-US" sz="2000">
              <a:latin typeface="Baskerville Old Face"/>
              <a:ea typeface="Calibri"/>
              <a:cs typeface="Calibri"/>
            </a:endParaRPr>
          </a:p>
          <a:p>
            <a:endParaRPr lang="en-US" sz="1100" dirty="0">
              <a:latin typeface="Baskerville Old Face"/>
              <a:ea typeface="Calibri"/>
              <a:cs typeface="Segoe UI"/>
            </a:endParaRPr>
          </a:p>
          <a:p>
            <a:pPr marL="0" indent="0" algn="ctr">
              <a:buNone/>
            </a:pPr>
            <a:r>
              <a:rPr lang="en-US">
                <a:latin typeface="Baskerville Old Face"/>
              </a:rPr>
              <a:t>Thank You.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dirty="0">
              <a:latin typeface="Baskerville Old Face"/>
              <a:ea typeface="Calibri"/>
              <a:cs typeface="Segoe UI"/>
            </a:endParaRPr>
          </a:p>
          <a:p>
            <a:pPr marL="0" indent="0" algn="ctr">
              <a:buNone/>
            </a:pPr>
            <a:r>
              <a:rPr lang="en-US" b="1">
                <a:latin typeface="Baskerville Old Face"/>
                <a:ea typeface="Calibri"/>
                <a:cs typeface="Segoe UI"/>
              </a:rPr>
              <a:t>Questions &amp; Discussion.</a:t>
            </a:r>
            <a:endParaRPr lang="en-US">
              <a:latin typeface="Baskerville Old Face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AI Productivity Assistant</vt:lpstr>
      <vt:lpstr>Project Overview</vt:lpstr>
      <vt:lpstr>Business Problem</vt:lpstr>
      <vt:lpstr>Solution Overview</vt:lpstr>
      <vt:lpstr>Feature 1: Smart Email Generator</vt:lpstr>
      <vt:lpstr>Feature 2: Meeting Notes Summarizer</vt:lpstr>
      <vt:lpstr>Feature 3: AI Task Planner</vt:lpstr>
      <vt:lpstr>Prompt Engineering</vt:lpstr>
      <vt:lpstr>Responsible AI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Noxolo Mbazini</dc:creator>
  <cp:keywords/>
  <dc:description>generated using python-pptx</dc:description>
  <cp:lastModifiedBy>Noxolo Mbazini</cp:lastModifiedBy>
  <cp:revision>151</cp:revision>
  <dcterms:created xsi:type="dcterms:W3CDTF">2026-08-26T11:56:42Z</dcterms:created>
  <dcterms:modified xsi:type="dcterms:W3CDTF">2026-08-26T14:00:18Z</dcterms:modified>
  <cp:category/>
</cp:coreProperties>
</file>